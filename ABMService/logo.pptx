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>
      <p:cViewPr varScale="1">
        <p:scale>
          <a:sx n="121" d="100"/>
          <a:sy n="121" d="100"/>
        </p:scale>
        <p:origin x="74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E5A698-159F-A23F-BC45-150DFB3508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26475C3-A0DF-DB3C-DA43-6681153DD9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MX"/>
              <a:t>Haz clic para editar el estilo de subtítulo del patrón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01435F-8B0E-2E01-E8C3-80F4E3D1A0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AE1AB24-58C5-2491-40A6-89BB0294E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F1D4685-63C3-DE9B-51A7-51379400D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0483622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7D2FF8-7003-1B5D-23DF-A3EFEA7FFD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F5EE1FD-BB51-45EC-F881-DFD9D72C2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88C277-C3DA-4E96-8284-E5C122DC9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93DA37A-E020-AB4B-A412-DABA62909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85B0336-310B-3481-C7AA-23CF84338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1226318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63C025-E71B-AF7E-63B3-61E7DC1A50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3734DE-E21A-5BF8-0BE6-4CEEC9D2DB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A6A5C9-6179-FD01-B645-A0B872880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DED328-0D64-0356-2B15-B9DFECF3A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E86C502-5032-619B-1795-2BA046010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011608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B242D9-76E7-FB3A-B061-F1854F40B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ABB0BBD-197F-BA65-DF48-E8B28A7376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6EAFF63-1F8E-CCDB-E9CB-3BB808B504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0750C94-8EC9-BC38-D1B9-4D43601F1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7FF599D-B012-629F-0FA8-9015A587EF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D4B3523-849F-8151-FF2B-3CBB2E097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448628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56A736B-B9E8-BB5A-18AA-9A0B25064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742D15F-3033-4C25-67B5-CBD51BBD1B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33E746C-ABD3-3D07-A4F5-B983813483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97743B93-B096-7876-104E-7F23B7310B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E50BE0EF-E411-FD92-2A25-1D02A56AB8A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9539D6B-F781-C7EC-73DE-0EF392378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B7C03749-787C-2E55-12C8-EC9A0E4D64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31426C2-8C96-2927-C533-45AC1C4E82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3279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A6B5F0-0E49-F05A-A669-528815493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1CEC04E-5BBE-B485-01C4-3360389EED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D60F463-D579-114C-FB84-27A8BDFCCD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CB00081-6739-5584-278A-AC435F9E38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883241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6ABA4533-3CDC-4C45-5BCB-FFE1AA93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B104FCA-2F7D-6361-E209-77A85A0E7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EEC0052-2C4C-8239-95CA-DEE6D625F3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6831974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C2446-D4E4-0695-D082-07C4B3C52F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F6344F3-CB56-A96D-99E1-A44E475B2E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C0F661B-DD7B-54DB-D76D-68886B7F0BD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FA77A2-5409-89B4-C4A9-F8657DB67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783447D-2430-E73B-5D23-96D6F69F04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23B73FE-4D90-85F8-D085-7E0D198DD3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3887541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C2CF6C-D7A7-D633-E5EB-BE5D8E6F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102486E-3C0E-8867-404A-D473573C7D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CDC9215D-1B2B-9743-31AE-ADD0D76328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MX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6F27CA-A300-F62F-FC47-ADF90E4F1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495EED8-DD8A-19A5-C0C9-E81AD9656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8B11B6A-7979-935F-3BFC-A77006DB39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90088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1BB1B5-2D4D-9A1A-C963-F75B6F8DE4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CA571C6E-580A-4BF9-376A-8D17A4FDB0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0333DD2-685C-778C-2C2F-FF19241DA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25D4B74-9247-CF0B-F35B-EB4B7244E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B62B377-F121-CF87-CF43-2E93C570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1571670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75E8EE1A-CF03-FEB3-2435-2E54E2066C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2009387-06E7-FE0B-1808-ED16323111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12755AC-AA2A-93B1-84C6-81B9C73C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3D87971-4A3E-B3DB-1420-F954105ECE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3AABF45-A4C4-4467-2EE4-1D7733B80A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3741013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D0663ECD-5351-F44A-D0EF-C97B4D6102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ES_tradn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92E944B-2F6F-BE4B-0B48-5BA5061EB4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ES_tradn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746A81-CB10-6033-4748-D79AE48EEEC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0AD59-72C5-A347-8AD8-8D6657EE711D}" type="datetimeFigureOut">
              <a:rPr lang="es-ES_tradnl" smtClean="0"/>
              <a:t>4/10/23</a:t>
            </a:fld>
            <a:endParaRPr lang="es-ES_tradn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A275134-C3F0-B2CD-4F38-EFDA1AB6B5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4A16D0F-0E37-949C-F19F-51B3189A69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504EB-81E0-8E41-A4A9-8DD8C682574D}" type="slidenum">
              <a:rPr lang="es-ES_tradnl" smtClean="0"/>
              <a:t>‹Nº›</a:t>
            </a:fld>
            <a:endParaRPr lang="es-ES_tradnl"/>
          </a:p>
        </p:txBody>
      </p:sp>
    </p:spTree>
    <p:extLst>
      <p:ext uri="{BB962C8B-B14F-4D97-AF65-F5344CB8AC3E}">
        <p14:creationId xmlns:p14="http://schemas.microsoft.com/office/powerpoint/2010/main" val="27762197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A98C7-0277-0A48-2612-70E647D4EE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790" y="2765812"/>
            <a:ext cx="9144000" cy="2387600"/>
          </a:xfrm>
        </p:spPr>
        <p:txBody>
          <a:bodyPr>
            <a:normAutofit fontScale="90000"/>
          </a:bodyPr>
          <a:lstStyle/>
          <a:p>
            <a:br>
              <a:rPr lang="es-CL" dirty="0">
                <a:solidFill>
                  <a:schemeClr val="accent1">
                    <a:lumMod val="75000"/>
                  </a:schemeClr>
                </a:solidFill>
              </a:rPr>
            </a:br>
            <a:r>
              <a:rPr lang="es-CL" dirty="0" err="1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</a:rPr>
              <a:t>A</a:t>
            </a:r>
            <a:r>
              <a:rPr lang="es-CL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gent-Based</a:t>
            </a:r>
            <a:r>
              <a:rPr lang="es-C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L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Modeling</a:t>
            </a:r>
            <a:r>
              <a:rPr lang="es-CL" b="0" i="0" dirty="0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s-CL" b="0" i="0" dirty="0" err="1">
                <a:solidFill>
                  <a:schemeClr val="accent1">
                    <a:lumMod val="75000"/>
                  </a:schemeClr>
                </a:solidFill>
                <a:effectLst/>
                <a:latin typeface="arial" panose="020B0604020202020204" pitchFamily="34" charset="0"/>
              </a:rPr>
              <a:t>Platform</a:t>
            </a:r>
            <a:endParaRPr lang="es-ES_tradnl" dirty="0">
              <a:solidFill>
                <a:schemeClr val="accent1">
                  <a:lumMod val="75000"/>
                </a:schemeClr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E10C7440-4DBC-094C-AC3E-A2BC6B894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516" y="1193629"/>
            <a:ext cx="2616200" cy="1282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860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286</TotalTime>
  <Words>4</Words>
  <Application>Microsoft Macintosh PowerPoint</Application>
  <PresentationFormat>Panorámica</PresentationFormat>
  <Paragraphs>1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Arial</vt:lpstr>
      <vt:lpstr>Arial</vt:lpstr>
      <vt:lpstr>Calibri</vt:lpstr>
      <vt:lpstr>Calibri Light</vt:lpstr>
      <vt:lpstr>Tema de Office</vt:lpstr>
      <vt:lpstr> Agent-Based Modeling Platform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Agent-Based Modeling Platform</dc:title>
  <dc:creator>juan cabello</dc:creator>
  <cp:lastModifiedBy>juan cabello</cp:lastModifiedBy>
  <cp:revision>1</cp:revision>
  <dcterms:created xsi:type="dcterms:W3CDTF">2023-10-04T13:21:15Z</dcterms:created>
  <dcterms:modified xsi:type="dcterms:W3CDTF">2023-10-04T18:07:47Z</dcterms:modified>
</cp:coreProperties>
</file>